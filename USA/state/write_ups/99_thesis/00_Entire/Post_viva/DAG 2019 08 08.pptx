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1D3AE-6352-5944-BE79-1FB7DFC07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D6F936-5DA2-0446-B46C-FA646EF17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62310-733D-C14E-8205-FA89A4BF1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073C3-BFB0-F249-AEF8-650E5082F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BDA73-C4F6-0B41-BA10-8AB20F7CA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18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1CABF-7396-5B47-B172-456866D6A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49F36-1C42-5748-BB4E-77608483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FDA0B-DA32-404B-B505-ABE4DD69F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33901-6192-5F46-BF33-7AEBAB405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C205B-D4A4-3749-A128-DA8052796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8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BBA87-65FF-7E49-8A31-E2E38687E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15F56-0EE2-8F49-A6D2-4C84DD831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690F4-168D-0741-8CB0-58ACC4431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99CF5-3207-5444-A6A5-BD72AC79F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F0050-1C11-9B42-B820-23DE500F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3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D3E79-F282-584B-8DCC-7F154C586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3ACBC-C58D-404D-99E7-4E1CEC0CFB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AE406-36BF-1E49-8F76-F6BBCBFCB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23B31-9750-9A46-9355-1B4082568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EBA17-05E2-E14B-A1E9-528124F9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AD2FC-144A-2C48-BBDB-D79617936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048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38C20-8727-714A-9D9D-1CE42F3B5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B70F05-F9ED-B948-9588-99E98A532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848CC-4119-5A48-9CED-2B8E64114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97ED51-5B1B-0F46-8161-39FB8946F2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0E875C-9B36-774D-9D49-B94ACD30D6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70DCC6-8F6F-C143-8FB9-45AC1772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8/8/19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D03405-774B-A74C-BF7B-3F1F55180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BA188D-2918-E944-9338-3B1AA5499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1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82423-7084-524C-9062-44F3AF66D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BB6FB9-1E45-EE4B-8CD8-23C9F5191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8/8/19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37666-DF20-4146-8E82-01A0323B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CB426-6D04-774A-9030-24D7BFBE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9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512CFA-BEC1-C84C-80CE-635C41E87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8/8/19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D7D088-6128-7744-904D-B84F762C8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5E870-21ED-F145-AD06-D6915AFE0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42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6761B-9B0E-B540-A24C-015DA51C6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EEB23-05D7-0B42-866E-B12DF4B33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421D3-BC16-854F-B811-AECC2AB12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32822-55B9-3148-B31D-F2558835C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88CCA-2B5C-E440-83E8-F5426B141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02E92-EA0A-A846-9E41-31180D96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42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31D29-5424-3749-97D8-2C53C104D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79C7D7-29C1-7E4B-94CC-1B96462845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76B2F-016D-C94F-9D31-CF3DDC2E8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28A6F-052F-8446-94D8-859B93238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129F2-988E-E94A-89BB-D4BF1D76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F6D77-1EF6-E54D-8257-B309B0DF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67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B520C-2283-B84F-9192-3AD3CE88F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F2D075-1702-2949-95F9-A64C42757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FCBCA-BFCC-BE40-B705-6149A4AB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649D5-B6EC-224E-AC2D-0D80C42F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04AC1-8116-9040-ABB9-9443D9AC7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21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D5AE73-510F-CE46-BC09-7C765BCE38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00BC-508F-F449-8DF6-854E8DB1C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F03CB-1323-E24D-A1EB-41C214549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EA3C-AF59-2B44-A217-3F4FC3E80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48DE4-B2FF-0543-90D8-F2B7910A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81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29E1F5-5D53-0D46-A38F-A76511AF1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15C6-FD19-3A42-8856-D73F626BD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B970A-B784-9941-9EB7-BB1BA9A85E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CE50C-6B76-0741-9BDA-EAA5B3B43B7D}" type="datetimeFigureOut">
              <a:rPr lang="en-US" smtClean="0"/>
              <a:t>8/8/19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B5361-980D-FD4B-91C0-9B2A919AD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0372A-7AB1-3546-9EC8-A26C7C6C1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41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F62DE7-4E5F-324E-A9FB-0B9BFE52B711}"/>
              </a:ext>
            </a:extLst>
          </p:cNvPr>
          <p:cNvSpPr txBox="1"/>
          <p:nvPr/>
        </p:nvSpPr>
        <p:spPr>
          <a:xfrm>
            <a:off x="2257064" y="2801071"/>
            <a:ext cx="999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Weather</a:t>
            </a:r>
          </a:p>
          <a:p>
            <a:pPr algn="ctr"/>
            <a:r>
              <a:rPr lang="en-US" dirty="0"/>
              <a:t>regimes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A3AF87-62FA-AA49-9A48-B4F5D3A4360D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 flipV="1">
            <a:off x="3256697" y="1915249"/>
            <a:ext cx="1562697" cy="1208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0756C8-2AF7-0141-9BC9-557E89F66246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>
            <a:off x="3256697" y="3124237"/>
            <a:ext cx="1356479" cy="1417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0E8577-5A2E-9F4C-B2DB-ECB982017327}"/>
              </a:ext>
            </a:extLst>
          </p:cNvPr>
          <p:cNvSpPr txBox="1"/>
          <p:nvPr/>
        </p:nvSpPr>
        <p:spPr>
          <a:xfrm>
            <a:off x="4819394" y="1592083"/>
            <a:ext cx="1029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Air</a:t>
            </a:r>
          </a:p>
          <a:p>
            <a:pPr algn="ctr"/>
            <a:r>
              <a:rPr lang="en-US" dirty="0"/>
              <a:t>pollution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726863-6E11-A946-83A1-10D6FA092E1A}"/>
              </a:ext>
            </a:extLst>
          </p:cNvPr>
          <p:cNvSpPr txBox="1"/>
          <p:nvPr/>
        </p:nvSpPr>
        <p:spPr>
          <a:xfrm>
            <a:off x="4613176" y="4357434"/>
            <a:ext cx="138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Temperature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EF2E09B-63A9-F047-BF04-B1CDDFDB3C4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5307469" y="2238414"/>
            <a:ext cx="26650" cy="2119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0834D4-828C-C642-95DA-5B33CEAE11B4}"/>
              </a:ext>
            </a:extLst>
          </p:cNvPr>
          <p:cNvCxnSpPr>
            <a:cxnSpLocks/>
            <a:stCxn id="12" idx="3"/>
            <a:endCxn id="21" idx="3"/>
          </p:cNvCxnSpPr>
          <p:nvPr/>
        </p:nvCxnSpPr>
        <p:spPr>
          <a:xfrm flipV="1">
            <a:off x="6001761" y="3248653"/>
            <a:ext cx="1450055" cy="1293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Donut 20">
            <a:extLst>
              <a:ext uri="{FF2B5EF4-FFF2-40B4-BE49-F238E27FC236}">
                <a16:creationId xmlns:a16="http://schemas.microsoft.com/office/drawing/2014/main" id="{749FC993-0031-5448-AA70-DB1ABB3449A1}"/>
              </a:ext>
            </a:extLst>
          </p:cNvPr>
          <p:cNvSpPr/>
          <p:nvPr/>
        </p:nvSpPr>
        <p:spPr>
          <a:xfrm>
            <a:off x="7390239" y="2889757"/>
            <a:ext cx="420473" cy="420473"/>
          </a:xfrm>
          <a:prstGeom prst="donut">
            <a:avLst>
              <a:gd name="adj" fmla="val 223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7DF75E-57A4-5146-8F6D-26BD57B33970}"/>
              </a:ext>
            </a:extLst>
          </p:cNvPr>
          <p:cNvCxnSpPr>
            <a:cxnSpLocks/>
            <a:stCxn id="11" idx="3"/>
            <a:endCxn id="21" idx="2"/>
          </p:cNvCxnSpPr>
          <p:nvPr/>
        </p:nvCxnSpPr>
        <p:spPr>
          <a:xfrm>
            <a:off x="5848843" y="1915249"/>
            <a:ext cx="1541396" cy="1184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FFF5704-E7E8-2642-990A-F64342B62F88}"/>
              </a:ext>
            </a:extLst>
          </p:cNvPr>
          <p:cNvCxnSpPr>
            <a:stCxn id="21" idx="2"/>
            <a:endCxn id="21" idx="6"/>
          </p:cNvCxnSpPr>
          <p:nvPr/>
        </p:nvCxnSpPr>
        <p:spPr>
          <a:xfrm>
            <a:off x="7390239" y="3099994"/>
            <a:ext cx="42047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DE8ED33-218D-FB4C-B6CD-6AF414441E01}"/>
              </a:ext>
            </a:extLst>
          </p:cNvPr>
          <p:cNvCxnSpPr>
            <a:cxnSpLocks/>
            <a:stCxn id="12" idx="3"/>
            <a:endCxn id="52" idx="1"/>
          </p:cNvCxnSpPr>
          <p:nvPr/>
        </p:nvCxnSpPr>
        <p:spPr>
          <a:xfrm flipV="1">
            <a:off x="6001761" y="4540952"/>
            <a:ext cx="2731080" cy="1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5DE7EE2-0B11-214B-95D4-EAFAB6A08409}"/>
              </a:ext>
            </a:extLst>
          </p:cNvPr>
          <p:cNvCxnSpPr>
            <a:cxnSpLocks/>
            <a:stCxn id="21" idx="5"/>
            <a:endCxn id="52" idx="0"/>
          </p:cNvCxnSpPr>
          <p:nvPr/>
        </p:nvCxnSpPr>
        <p:spPr>
          <a:xfrm>
            <a:off x="7749135" y="3248653"/>
            <a:ext cx="1511447" cy="1107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482963D-4951-B84A-94F7-667400BCD32F}"/>
              </a:ext>
            </a:extLst>
          </p:cNvPr>
          <p:cNvSpPr txBox="1"/>
          <p:nvPr/>
        </p:nvSpPr>
        <p:spPr>
          <a:xfrm>
            <a:off x="8732841" y="4356286"/>
            <a:ext cx="105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Mortality</a:t>
            </a:r>
          </a:p>
        </p:txBody>
      </p:sp>
    </p:spTree>
    <p:extLst>
      <p:ext uri="{BB962C8B-B14F-4D97-AF65-F5344CB8AC3E}">
        <p14:creationId xmlns:p14="http://schemas.microsoft.com/office/powerpoint/2010/main" val="465400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F62DE7-4E5F-324E-A9FB-0B9BFE52B711}"/>
              </a:ext>
            </a:extLst>
          </p:cNvPr>
          <p:cNvSpPr txBox="1"/>
          <p:nvPr/>
        </p:nvSpPr>
        <p:spPr>
          <a:xfrm>
            <a:off x="2257064" y="2801071"/>
            <a:ext cx="999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Weather</a:t>
            </a:r>
          </a:p>
          <a:p>
            <a:pPr algn="ctr"/>
            <a:r>
              <a:rPr lang="en-US" dirty="0"/>
              <a:t>regimes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A3AF87-62FA-AA49-9A48-B4F5D3A4360D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 flipV="1">
            <a:off x="3256697" y="1915249"/>
            <a:ext cx="1562697" cy="1208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0756C8-2AF7-0141-9BC9-557E89F66246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>
            <a:off x="3256697" y="3124237"/>
            <a:ext cx="1356479" cy="1417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0E8577-5A2E-9F4C-B2DB-ECB982017327}"/>
              </a:ext>
            </a:extLst>
          </p:cNvPr>
          <p:cNvSpPr txBox="1"/>
          <p:nvPr/>
        </p:nvSpPr>
        <p:spPr>
          <a:xfrm>
            <a:off x="4819394" y="1592083"/>
            <a:ext cx="1029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Air</a:t>
            </a:r>
          </a:p>
          <a:p>
            <a:pPr algn="ctr"/>
            <a:r>
              <a:rPr lang="en-US" dirty="0"/>
              <a:t>pollution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726863-6E11-A946-83A1-10D6FA092E1A}"/>
              </a:ext>
            </a:extLst>
          </p:cNvPr>
          <p:cNvSpPr txBox="1"/>
          <p:nvPr/>
        </p:nvSpPr>
        <p:spPr>
          <a:xfrm>
            <a:off x="4613176" y="4357434"/>
            <a:ext cx="138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Temperature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EF2E09B-63A9-F047-BF04-B1CDDFDB3C4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5307469" y="2238414"/>
            <a:ext cx="26650" cy="2119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7DF75E-57A4-5146-8F6D-26BD57B33970}"/>
              </a:ext>
            </a:extLst>
          </p:cNvPr>
          <p:cNvCxnSpPr>
            <a:cxnSpLocks/>
            <a:stCxn id="11" idx="3"/>
            <a:endCxn id="52" idx="0"/>
          </p:cNvCxnSpPr>
          <p:nvPr/>
        </p:nvCxnSpPr>
        <p:spPr>
          <a:xfrm>
            <a:off x="5848843" y="1915249"/>
            <a:ext cx="3411739" cy="2441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DE8ED33-218D-FB4C-B6CD-6AF414441E01}"/>
              </a:ext>
            </a:extLst>
          </p:cNvPr>
          <p:cNvCxnSpPr>
            <a:cxnSpLocks/>
            <a:stCxn id="12" idx="3"/>
            <a:endCxn id="52" idx="1"/>
          </p:cNvCxnSpPr>
          <p:nvPr/>
        </p:nvCxnSpPr>
        <p:spPr>
          <a:xfrm flipV="1">
            <a:off x="6001761" y="4540952"/>
            <a:ext cx="2731080" cy="1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482963D-4951-B84A-94F7-667400BCD32F}"/>
              </a:ext>
            </a:extLst>
          </p:cNvPr>
          <p:cNvSpPr txBox="1"/>
          <p:nvPr/>
        </p:nvSpPr>
        <p:spPr>
          <a:xfrm>
            <a:off x="8732841" y="4356286"/>
            <a:ext cx="105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Mortality</a:t>
            </a:r>
          </a:p>
        </p:txBody>
      </p:sp>
    </p:spTree>
    <p:extLst>
      <p:ext uri="{BB962C8B-B14F-4D97-AF65-F5344CB8AC3E}">
        <p14:creationId xmlns:p14="http://schemas.microsoft.com/office/powerpoint/2010/main" val="2922830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</Words>
  <Application>Microsoft Macintosh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Robbie Parks</dc:creator>
  <cp:lastModifiedBy>Robbie Parks</cp:lastModifiedBy>
  <cp:revision>26</cp:revision>
  <dcterms:created xsi:type="dcterms:W3CDTF">2019-08-07T14:59:29Z</dcterms:created>
  <dcterms:modified xsi:type="dcterms:W3CDTF">2019-08-08T18:26:46Z</dcterms:modified>
</cp:coreProperties>
</file>