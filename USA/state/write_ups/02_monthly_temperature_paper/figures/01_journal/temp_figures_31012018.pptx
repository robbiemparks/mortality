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bie Parks" initials="RP" lastIdx="1" clrIdx="0">
    <p:extLst/>
  </p:cmAuthor>
  <p:cmAuthor id="2" name="Robbie Parks" initials="RP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78"/>
    <p:restoredTop sz="94664"/>
  </p:normalViewPr>
  <p:slideViewPr>
    <p:cSldViewPr snapToGrid="0" snapToObjects="1">
      <p:cViewPr varScale="1">
        <p:scale>
          <a:sx n="107" d="100"/>
          <a:sy n="107" d="100"/>
        </p:scale>
        <p:origin x="176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9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9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4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7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7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5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9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78544-A5B3-9540-B75E-12DAE7BD7A2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3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2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6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0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Figure 1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6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14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S1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4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6" y="357352"/>
            <a:ext cx="1201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S1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1" y="0"/>
            <a:ext cx="969340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2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5" y="357352"/>
            <a:ext cx="1403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1" y="0"/>
            <a:ext cx="9693406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8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2075" y="357352"/>
            <a:ext cx="1403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4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075" y="357352"/>
            <a:ext cx="1403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</a:t>
            </a:r>
            <a:r>
              <a:rPr lang="en-US" dirty="0" smtClean="0"/>
              <a:t>S4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9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20</Words>
  <Application>Microsoft Macintosh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Robbie Parks</dc:creator>
  <cp:lastModifiedBy>Robbie Parks</cp:lastModifiedBy>
  <cp:revision>26</cp:revision>
  <cp:lastPrinted>2018-01-22T17:15:33Z</cp:lastPrinted>
  <dcterms:created xsi:type="dcterms:W3CDTF">2018-01-22T00:18:50Z</dcterms:created>
  <dcterms:modified xsi:type="dcterms:W3CDTF">2018-01-31T15:51:05Z</dcterms:modified>
</cp:coreProperties>
</file>