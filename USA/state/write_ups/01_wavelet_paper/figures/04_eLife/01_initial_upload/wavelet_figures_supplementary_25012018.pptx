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7" r:id="rId3"/>
    <p:sldId id="268" r:id="rId4"/>
    <p:sldId id="269" r:id="rId5"/>
    <p:sldId id="271" r:id="rId6"/>
    <p:sldId id="272" r:id="rId7"/>
    <p:sldId id="273" r:id="rId8"/>
    <p:sldId id="274" r:id="rId9"/>
    <p:sldId id="262" r:id="rId10"/>
    <p:sldId id="275" r:id="rId11"/>
    <p:sldId id="276" r:id="rId12"/>
    <p:sldId id="277" r:id="rId13"/>
    <p:sldId id="278" r:id="rId14"/>
    <p:sldId id="279" r:id="rId15"/>
    <p:sldId id="280" r:id="rId16"/>
    <p:sldId id="283" r:id="rId17"/>
    <p:sldId id="282" r:id="rId18"/>
    <p:sldId id="284" r:id="rId19"/>
    <p:sldId id="285" r:id="rId20"/>
    <p:sldId id="286" r:id="rId21"/>
    <p:sldId id="287" r:id="rId22"/>
    <p:sldId id="288" r:id="rId23"/>
    <p:sldId id="289" r:id="rId24"/>
    <p:sldId id="29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9"/>
    <p:restoredTop sz="94648"/>
  </p:normalViewPr>
  <p:slideViewPr>
    <p:cSldViewPr snapToGrid="0" snapToObjects="1">
      <p:cViewPr>
        <p:scale>
          <a:sx n="62" d="100"/>
          <a:sy n="62" d="100"/>
        </p:scale>
        <p:origin x="144" y="1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1/24/18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9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1/24/18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293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1/24/18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34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1/24/18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75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1/24/18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9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1/24/18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78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1/24/18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559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1/24/18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198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1/24/18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7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1/24/18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39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8544-A5B3-9540-B75E-12DAE7BD7A2B}" type="datetimeFigureOut">
              <a:rPr lang="en-US" smtClean="0"/>
              <a:t>1/24/18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1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78544-A5B3-9540-B75E-12DAE7BD7A2B}" type="datetimeFigureOut">
              <a:rPr lang="en-US" smtClean="0"/>
              <a:t>1/24/18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0C292-D3D5-6D4F-AC06-C7967B5F7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S1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620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844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981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846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805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414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24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9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S2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229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S2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20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S2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839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S2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203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S2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48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S2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971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S2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906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S2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136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S2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68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S2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297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S2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668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S2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6251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S2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220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S2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171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S2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1141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8276" y="357352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Figure S2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0"/>
            <a:ext cx="969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435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48</Words>
  <Application>Microsoft Macintosh PowerPoint</Application>
  <PresentationFormat>Widescreen</PresentationFormat>
  <Paragraphs>24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Robbie Parks</dc:creator>
  <cp:lastModifiedBy>Robbie Parks</cp:lastModifiedBy>
  <cp:revision>9</cp:revision>
  <dcterms:created xsi:type="dcterms:W3CDTF">2018-01-22T00:18:50Z</dcterms:created>
  <dcterms:modified xsi:type="dcterms:W3CDTF">2018-01-24T20:49:24Z</dcterms:modified>
</cp:coreProperties>
</file>